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K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31"/>
    <p:restoredTop sz="96053"/>
  </p:normalViewPr>
  <p:slideViewPr>
    <p:cSldViewPr snapToGrid="0">
      <p:cViewPr varScale="1">
        <p:scale>
          <a:sx n="109" d="100"/>
          <a:sy n="109" d="100"/>
        </p:scale>
        <p:origin x="6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D792D7-0EC0-C417-6151-26D52A2F06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8AB0F68-0B10-4E6B-194B-DDFDFF71CB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9E16EF3-C714-D301-014E-B5FB0EA05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72038B2-08AF-E58E-D1EE-6DEA31247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F159C06-08AA-5603-C7F4-6189DFDE5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19128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042651-0BE2-FA71-4EE4-0C303FD29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8A776FA-2580-410A-73DD-F1B09D7BA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BC453DC-2B2F-2D6A-410C-2BD5CFDD6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1240963-36FE-6F25-F2B5-307B6551F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B9E25C-2C5A-ECF8-4FBC-13832A540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30812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2887C5-6122-424D-319A-B5DF5B5FC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B7866AF-FA22-0E44-DE09-42198350C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7C04526-AC22-3DD7-413C-22FFBB0A85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23F2CCD-2738-D38D-391C-408DC3049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0CEC96D-8B49-FDDD-0080-88FBAD739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533793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69030B-0D02-E397-0F61-D34D4A08B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EAB17FE-60B6-D487-8C04-33538EAF99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5BF5C48-51DF-6531-6F11-79F959010B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96AC3FE-DC86-3CCA-FA7D-633D380A3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B98DA12-85FB-A670-F6E0-1107BAB37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C5CCF79-7328-1443-EAC9-E208C7DC5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065410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35E64C-8284-A333-96B3-AA6C0A6D0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3913705-9C3A-D24A-19CC-2245B5061A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66315AB-3628-A629-6DEB-738BE51338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BE490BF-6B85-FB2A-85AB-39E7718E49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6FC0419B-256E-32CF-ECAD-54D890B284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391FB2C-7C9D-B130-4827-982383AF0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175F029-77C2-FDB3-69BC-B33B3B74D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D86EA9C-A563-4215-D5F8-239A1D999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5324564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E0C7B4-378E-FBD4-1B69-C7F8D2FF6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BA96FF7-1E8B-C3E8-3127-6A4FBE1A9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A9BF252-3C40-A11C-4FF1-C0097ABD2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7CEF11D-2C68-7CB0-0C79-E51CDCE53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753491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0E184CF-1CDF-5026-C3FC-5BAA0D73A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CF1FF05-69E8-6C20-C7CE-B560EEC83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E6AFE4-340B-B339-CA85-C52FC178E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642134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FD7542-F200-8287-3BFB-7C4592210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86AB199-84AE-5CEE-2750-16F15BC60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EB72AA3-B882-0442-9209-6DABE1E495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05588D2-660F-B5EE-7507-F4ED71F38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D5B255A-75A5-4CA2-E1DD-A79E7BDD0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D992E0A-B7DF-B64F-F186-0FDE7D3EC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706157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50B47B-5BAD-75F3-BA5E-6FFDF64DC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A18FBA7-A4C6-388D-F366-5BF79C1838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KZ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733D2C8-E8BF-8717-7A0C-C45077E637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6B31776-9F70-CDE3-12E9-422765A16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AD039F2-9BCF-F915-A522-883EEAF77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EE8DBEF-7CF6-80E1-D69A-25319F62E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810948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1BDF30-0AB0-E0B0-60D5-C5BFA59CD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72A7FAA-34AA-DFC3-8B4F-0D073FCCB9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59CFC11-F80F-B3F2-9A29-C7A5B2E44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19BFE94-B387-0702-664B-F7312D237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0293844-D63B-94D6-0214-6E120A3C2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236386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F012D6C-FE37-D406-EC11-3A53C04D45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2CCEE46-5E4E-4027-32C7-715876C104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AC59DD1-8E77-4BD1-1899-1D4F7F203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DC5E530-4E17-19F8-F7A3-7BA1F1096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89C533A-248A-D73C-254C-F5A5692D7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7339906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1E8FCD-0F0C-041E-1A65-56ADE86AA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96121E7-BEDA-7C03-2FE7-798014DCD7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69F6BDA-E060-F391-CC36-208A5BC08A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46E66C-5252-4049-BD2E-BD038C03FACB}" type="datetimeFigureOut">
              <a:rPr lang="ru-KZ" smtClean="0"/>
              <a:t>29.06.2026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4995CE-E985-0CBA-143B-1C94667B78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78B19CC-3B4E-7617-7281-0EA6C8FAD6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F32256-8288-BE4B-80FC-B3F4D79DC56D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193741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K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496000" y="137160"/>
            <a:ext cx="3200000" cy="470000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Виктория Коппель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" y="867160"/>
            <a:ext cx="3759200" cy="200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Creative director: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Бренд: позиционирование, ToV, упаковка. Интегрированные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Маркетинговые капмпании: создание и масштабирование идей через разные инструменты продвижения.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Originals: креативные концепций и бренд-коммуникаций.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creative ecosystem (дизайн, motion, video, production, strategy).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" y="3027160"/>
            <a:ext cx="3759200" cy="120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production: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Операционна работа с командой: дизайнеры, монтажеры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Операционная работа с подрядчиками: брифинг, отслеживание работ и сроков, документооборот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Организация съемок любой сложности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4387160"/>
            <a:ext cx="1804600" cy="2200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graphics design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командой графдизайнеров.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Айдентика и бренд-гайдлайны.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Креативы для digital, соцсетей, рекламы.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Контроль качества и сроков.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83200" y="4387160"/>
            <a:ext cx="1804600" cy="2200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motion design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командой моушн-дизайнеров.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Видео и анимация для рекламы и соцсетей.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Моушн-айдентика и шаблоны бренда.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Контроль качества, стиля и сроков.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16400" y="867160"/>
            <a:ext cx="3759200" cy="1690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growth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Перформанс-маркетинг: стратегия привлечения и масштабирования трафика по платным каналам.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командой PPC, медиабаингом и аналитикой.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Юнит-экономика: CAC, LTV, ROMI, контроль и оптимизация бюджета.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Рост ключевых метрик через тестирование гипотез и воронок.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16400" y="2707160"/>
            <a:ext cx="3759200" cy="169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Senior PPC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Настройка и ведение рекламных кампаний (Google Ads, Meta, контекст, таргет).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A/B-тесты креативов, аудиторий и посадочных страниц.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Оптимизация ставок и бюджетов по CPA / ROAS.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Сквозная аналитика и отчётность по каналам.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16400" y="4547160"/>
            <a:ext cx="3759200" cy="16900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Media manager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Медиапланирование и закупка размещений у площадок и блогеров.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Ведение рекламного календаря и контроль выходов.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Работа с инфлюенсерами: отбор, переговоры, ТЗ, отчётность.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Контроль медиабюджета и оценка эффективности.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04200" y="867160"/>
            <a:ext cx="3759200" cy="195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Head of PM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Управление проектами и процессами маркетинга: планирование, приоритизация, дедлайны.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Координация между командами (креатив, продакшн, перформанс).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Внедрение и поддержка таск-трекинга и регламентов.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Контроль ресурсов, рисков и статусов по проектам.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04200" y="3017160"/>
            <a:ext cx="3759200" cy="195000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>
            <a:norm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Senior BTL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Организация BTL-активаций, мероприятий и спецпроектов.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Работа с подрядчиками: промо, ивенты, мерч, POSM.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Трейд-маркетинг и партнёрские активации.</a:t>
            </a:r>
          </a:p>
          <a:p>
            <a:pPr algn="l"/>
            <a:r>
              <a:rPr sz="1000">
                <a:solidFill>
                  <a:srgbClr val="FFFFFF"/>
                </a:solidFill>
              </a:rPr>
              <a:t>- Контроль бюджета, сроков и эффективности активностей.</a:t>
            </a:r>
          </a:p>
        </p:txBody>
      </p:sp>
      <p:cxnSp>
        <p:nvCxnSpPr>
          <p:cNvPr id="12" name="Connector 11"/>
          <p:cNvCxnSpPr>
            <a:stCxn id="2" idx="2"/>
            <a:endCxn id="3" idx="0"/>
          </p:cNvCxnSpPr>
          <p:nvPr/>
        </p:nvCxnSpPr>
        <p:spPr>
          <a:xfrm flipH="1">
            <a:off x="2108200" y="607160"/>
            <a:ext cx="3987800" cy="2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2" idx="2"/>
            <a:endCxn id="7" idx="0"/>
          </p:cNvCxnSpPr>
          <p:nvPr/>
        </p:nvCxnSpPr>
        <p:spPr>
          <a:xfrm flipH="1">
            <a:off x="6096000" y="607160"/>
            <a:ext cx="0" cy="2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2" idx="2"/>
            <a:endCxn id="10" idx="0"/>
          </p:cNvCxnSpPr>
          <p:nvPr/>
        </p:nvCxnSpPr>
        <p:spPr>
          <a:xfrm>
            <a:off x="6096000" y="607160"/>
            <a:ext cx="3987800" cy="2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3" idx="2"/>
            <a:endCxn id="4" idx="0"/>
          </p:cNvCxnSpPr>
          <p:nvPr/>
        </p:nvCxnSpPr>
        <p:spPr>
          <a:xfrm flipH="1">
            <a:off x="2108200" y="2867160"/>
            <a:ext cx="0" cy="1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4" idx="2"/>
            <a:endCxn id="5" idx="0"/>
          </p:cNvCxnSpPr>
          <p:nvPr/>
        </p:nvCxnSpPr>
        <p:spPr>
          <a:xfrm flipH="1">
            <a:off x="1130900" y="4227160"/>
            <a:ext cx="977300" cy="1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4" idx="2"/>
            <a:endCxn id="6" idx="0"/>
          </p:cNvCxnSpPr>
          <p:nvPr/>
        </p:nvCxnSpPr>
        <p:spPr>
          <a:xfrm>
            <a:off x="2108200" y="4227160"/>
            <a:ext cx="977300" cy="16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7" idx="2"/>
            <a:endCxn id="8" idx="0"/>
          </p:cNvCxnSpPr>
          <p:nvPr/>
        </p:nvCxnSpPr>
        <p:spPr>
          <a:xfrm flipH="1">
            <a:off x="6096000" y="2557160"/>
            <a:ext cx="0" cy="15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8" idx="2"/>
            <a:endCxn id="9" idx="0"/>
          </p:cNvCxnSpPr>
          <p:nvPr/>
        </p:nvCxnSpPr>
        <p:spPr>
          <a:xfrm flipH="1">
            <a:off x="6096000" y="4397160"/>
            <a:ext cx="0" cy="15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0" idx="2"/>
            <a:endCxn id="11" idx="0"/>
          </p:cNvCxnSpPr>
          <p:nvPr/>
        </p:nvCxnSpPr>
        <p:spPr>
          <a:xfrm flipH="1">
            <a:off x="10083800" y="2817160"/>
            <a:ext cx="0" cy="200000"/>
          </a:xfrm>
          <a:prstGeom prst="line">
            <a:avLst/>
          </a:prstGeom>
          <a:ln w="12700">
            <a:solidFill>
              <a:srgbClr val="40404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221763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362</TotalTime>
  <Words>105</Words>
  <Application>Microsoft Macintosh PowerPoint</Application>
  <PresentationFormat>Широкоэкранный</PresentationFormat>
  <Paragraphs>18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Koppel Victoria</dc:creator>
  <cp:lastModifiedBy>Koppel Victoria</cp:lastModifiedBy>
  <cp:revision>1</cp:revision>
  <dcterms:created xsi:type="dcterms:W3CDTF">2026-06-29T07:43:30Z</dcterms:created>
  <dcterms:modified xsi:type="dcterms:W3CDTF">2026-06-29T13:46:09Z</dcterms:modified>
</cp:coreProperties>
</file>