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053"/>
  </p:normalViewPr>
  <p:slideViewPr>
    <p:cSldViewPr snapToGrid="0">
      <p:cViewPr varScale="1">
        <p:scale>
          <a:sx n="109" d="100"/>
          <a:sy n="109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D792D7-0EC0-C417-6151-26D52A2F0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AB0F68-0B10-4E6B-194B-DDFDFF71C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E16EF3-C714-D301-014E-B5FB0EA0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2038B2-08AF-E58E-D1EE-6DEA3124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159C06-08AA-5603-C7F4-6189DFDE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9128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42651-0BE2-FA71-4EE4-0C303FD2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776FA-2580-410A-73DD-F1B09D7B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C453DC-2B2F-2D6A-410C-2BD5CFDD6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240963-36FE-6F25-F2B5-307B6551F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B9E25C-2C5A-ECF8-4FBC-13832A540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08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887C5-6122-424D-319A-B5DF5B5F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7866AF-FA22-0E44-DE09-42198350C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C04526-AC22-3DD7-413C-22FFBB0A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3F2CCD-2738-D38D-391C-408DC304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CEC96D-8B49-FDDD-0080-88FBAD73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3379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9030B-0D02-E397-0F61-D34D4A08B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AB17FE-60B6-D487-8C04-33538EAF9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BF5C48-51DF-6531-6F11-79F959010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6AC3FE-DC86-3CCA-FA7D-633D380A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98DA12-85FB-A670-F6E0-1107BAB37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5CCF79-7328-1443-EAC9-E208C7DC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65410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5E64C-8284-A333-96B3-AA6C0A6D0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913705-9C3A-D24A-19CC-2245B5061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6315AB-3628-A629-6DEB-738BE5133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E490BF-6B85-FB2A-85AB-39E7718E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C0419B-256E-32CF-ECAD-54D890B28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91FB2C-7C9D-B130-4827-982383AF0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175F029-77C2-FDB3-69BC-B33B3B74D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D86EA9C-A563-4215-D5F8-239A1D99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3245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0C7B4-378E-FBD4-1B69-C7F8D2FF6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BA96FF7-1E8B-C3E8-3127-6A4FBE1A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9BF252-3C40-A11C-4FF1-C0097ABD2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7CEF11D-2C68-7CB0-0C79-E51CDCE5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5349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0E184CF-1CDF-5026-C3FC-5BAA0D73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CF1FF05-69E8-6C20-C7CE-B560EEC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E6AFE4-340B-B339-CA85-C52FC178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4213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D7542-F200-8287-3BFB-7C459221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6AB199-84AE-5CEE-2750-16F15BC6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B72AA3-B882-0442-9209-6DABE1E49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5588D2-660F-B5EE-7507-F4ED71F3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5B255A-75A5-4CA2-E1DD-A79E7BDD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992E0A-B7DF-B64F-F186-0FDE7D3E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0615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0B47B-5BAD-75F3-BA5E-6FFDF64D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A18FBA7-A4C6-388D-F366-5BF79C183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33D2C8-E8BF-8717-7A0C-C45077E63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B31776-9F70-CDE3-12E9-422765A16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D039F2-9BCF-F915-A522-883EEAF7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E8DBEF-7CF6-80E1-D69A-25319F62E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10948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BDF30-0AB0-E0B0-60D5-C5BFA59C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2A7FAA-34AA-DFC3-8B4F-0D073FCCB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9CFC11-F80F-B3F2-9A29-C7A5B2E44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BFE94-B387-0702-664B-F7312D23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293844-D63B-94D6-0214-6E120A3C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3638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012D6C-FE37-D406-EC11-3A53C04D4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CCEE46-5E4E-4027-32C7-715876C10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C59DD1-8E77-4BD1-1899-1D4F7F20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C5E530-4E17-19F8-F7A3-7BA1F109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9C533A-248A-D73C-254C-F5A5692D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339906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E8FCD-0F0C-041E-1A65-56ADE86AA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6121E7-BEDA-7C03-2FE7-798014DCD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9F6BDA-E060-F391-CC36-208A5BC08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6E66C-5252-4049-BD2E-BD038C03FACB}" type="datetimeFigureOut">
              <a:rPr lang="ru-KZ" smtClean="0"/>
              <a:t>29.06.2026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4995CE-E985-0CBA-143B-1C94667B7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8B19CC-3B4E-7617-7281-0EA6C8FAD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32256-8288-BE4B-80FC-B3F4D79DC56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9374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96000" y="137160"/>
            <a:ext cx="3200000" cy="4700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Виктория Коппель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867160"/>
            <a:ext cx="3300000" cy="18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Creative director: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Бренд: позиционирование, ToV, упаковка.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Интегрированные маркетинговые кампании: создание и масштабирование идей через разные инструменты продвижения.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Originals: креативные концепции и бренд-коммуникации.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Управление creative ecosystem (дизайн, motion, video, production, strategy).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2877160"/>
            <a:ext cx="3300000" cy="160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Head of production: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Операционная работа с командой: дизайнеры, монтажёры.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Операционная работа с подрядчиками: брифинг, отслеживание работ и сроков, документооборот.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Организация съёмок любой сложности.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Планирование загрузки и ресурсов команды: пайплайн, приоритеты, сроки.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Бюджет продакшна и контроль затрат.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4637160"/>
            <a:ext cx="1585000" cy="2000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Head of graphics design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Управление командой графдизайнеров.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Айдентика и бренд-гайдлайны.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Креативы для digital, соцсетей, рекламы.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Контроль качества и сроков.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95000" y="4637160"/>
            <a:ext cx="1585000" cy="2000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Head of motion design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Управление командой моушн-дизайнеров.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Видео и анимация для рекламы и соцсетей.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Моушн-айдентика и шаблоны бренда.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Контроль качества, стиля и сроков.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4000" y="867160"/>
            <a:ext cx="2700000" cy="1800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Head of growth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Перформанс-маркетинг: стратегия привлечения и масштабирования трафика по платным каналам.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Управление командой PPC, медиабаингом и аналитикой.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Юнит-экономика: CAC, LTV, ROMI, контроль и оптимизация бюджета.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Рост ключевых метрик через тестирование гипотез и воронок.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24000" y="2817160"/>
            <a:ext cx="2700000" cy="180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Senior PPC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Настройка и ведение рекламных кампаний (Google Ads, Meta, контекст, таргет).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A/B-тесты креативов, аудиторий и посадочных страниц.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Оптимизация ставок и бюджетов по CPA.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Сквозная аналитика и отчётность по каналам.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24000" y="4767160"/>
            <a:ext cx="2700000" cy="1800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Media manager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Медиапланирование и закупка размещений у площадок и блогеров.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Ведение рекламного календаря и контроль выходов.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Работа с инфлюенсерами: отбор, переговоры, ТЗ, отчётность.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Контроль медиабюджета и оценка эффективности.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8000" y="867160"/>
            <a:ext cx="2700000" cy="19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Head of PM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Управление проектами и процессами маркетинга: планирование, приоритизация, дедлайны.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Координация между командами (креатив, продакшн, перформанс).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Внедрение и поддержка таск-трекинга и регламентов.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Контроль ресурсов, рисков и статусов по проектам.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8000" y="3017160"/>
            <a:ext cx="2700000" cy="19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Senior BTL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Организация BTL-активаций, мероприятий и спецпроектов.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Работа с подрядчиками: промо, ивенты, мерч, POSM.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Трейд-маркетинг и партнёрские активации.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Контроль бюджета, сроков и эффективности активностей.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12000" y="867160"/>
            <a:ext cx="2700000" cy="23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Head of SMM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SMM-стратегия и развитие соцсетей бренда (Instagram, TikTok, YouTube, Telegram).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Контент-план, продакшн и публикации: рубрики, форматы, тон коммуникации.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Комьюнити-менеджмент: вовлечение, engagement, работа с комментариями и обратной связью.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Аналитика и рост метрик: охваты, подписчики, ER, переходы и заявки из соцсетей.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- Работа с originals в соц медиа.</a:t>
            </a:r>
          </a:p>
        </p:txBody>
      </p:sp>
      <p:cxnSp>
        <p:nvCxnSpPr>
          <p:cNvPr id="13" name="Connector 12"/>
          <p:cNvCxnSpPr>
            <a:stCxn id="2" idx="2"/>
            <a:endCxn id="3" idx="0"/>
          </p:cNvCxnSpPr>
          <p:nvPr/>
        </p:nvCxnSpPr>
        <p:spPr>
          <a:xfrm flipH="1">
            <a:off x="1830000" y="607160"/>
            <a:ext cx="4266000" cy="26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2" idx="2"/>
            <a:endCxn id="7" idx="0"/>
          </p:cNvCxnSpPr>
          <p:nvPr/>
        </p:nvCxnSpPr>
        <p:spPr>
          <a:xfrm flipH="1">
            <a:off x="4974000" y="607160"/>
            <a:ext cx="1122000" cy="26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2" idx="2"/>
            <a:endCxn id="10" idx="0"/>
          </p:cNvCxnSpPr>
          <p:nvPr/>
        </p:nvCxnSpPr>
        <p:spPr>
          <a:xfrm>
            <a:off x="6096000" y="607160"/>
            <a:ext cx="1722000" cy="26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2" idx="2"/>
            <a:endCxn id="12" idx="0"/>
          </p:cNvCxnSpPr>
          <p:nvPr/>
        </p:nvCxnSpPr>
        <p:spPr>
          <a:xfrm>
            <a:off x="6096000" y="607160"/>
            <a:ext cx="4566000" cy="26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3" idx="2"/>
            <a:endCxn id="4" idx="0"/>
          </p:cNvCxnSpPr>
          <p:nvPr/>
        </p:nvCxnSpPr>
        <p:spPr>
          <a:xfrm flipH="1">
            <a:off x="1830000" y="2717160"/>
            <a:ext cx="0" cy="16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4" idx="2"/>
            <a:endCxn id="5" idx="0"/>
          </p:cNvCxnSpPr>
          <p:nvPr/>
        </p:nvCxnSpPr>
        <p:spPr>
          <a:xfrm flipH="1">
            <a:off x="972500" y="4477160"/>
            <a:ext cx="857500" cy="16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4" idx="2"/>
            <a:endCxn id="6" idx="0"/>
          </p:cNvCxnSpPr>
          <p:nvPr/>
        </p:nvCxnSpPr>
        <p:spPr>
          <a:xfrm>
            <a:off x="1830000" y="4477160"/>
            <a:ext cx="857500" cy="16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2"/>
            <a:endCxn id="8" idx="0"/>
          </p:cNvCxnSpPr>
          <p:nvPr/>
        </p:nvCxnSpPr>
        <p:spPr>
          <a:xfrm flipH="1">
            <a:off x="4974000" y="2667160"/>
            <a:ext cx="0" cy="15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8" idx="2"/>
            <a:endCxn id="9" idx="0"/>
          </p:cNvCxnSpPr>
          <p:nvPr/>
        </p:nvCxnSpPr>
        <p:spPr>
          <a:xfrm flipH="1">
            <a:off x="4974000" y="4617160"/>
            <a:ext cx="0" cy="15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0" idx="2"/>
            <a:endCxn id="11" idx="0"/>
          </p:cNvCxnSpPr>
          <p:nvPr/>
        </p:nvCxnSpPr>
        <p:spPr>
          <a:xfrm flipH="1">
            <a:off x="7818000" y="2817160"/>
            <a:ext cx="0" cy="20000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2176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105</Words>
  <Application>Microsoft Macintosh PowerPoint</Application>
  <PresentationFormat>Широкоэкранный</PresentationFormat>
  <Paragraphs>18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Koppel Victoria</dc:creator>
  <cp:lastModifiedBy>Koppel Victoria</cp:lastModifiedBy>
  <cp:revision>1</cp:revision>
  <dcterms:created xsi:type="dcterms:W3CDTF">2026-06-29T07:43:30Z</dcterms:created>
  <dcterms:modified xsi:type="dcterms:W3CDTF">2026-06-29T13:46:09Z</dcterms:modified>
</cp:coreProperties>
</file>