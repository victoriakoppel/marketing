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команды маркетинга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Отделы и ФОТ · сводка по позициям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299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665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20482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25237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15 496 844 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3388" y="20299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3388" y="20665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6533388" y="2633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03236" y="20482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коммуникации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03236" y="25237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7 713 082 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587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953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804672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8770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43525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11 026 391 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7356" y="35661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3388" y="38587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3388" y="38953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6533388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3236" y="38770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03236" y="43525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4 922 354 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ФОТ · 4 отдела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879592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39 158 671 ₸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Суммы — должностной оклад (тотал), в месяц (₸).  Источник: Excel «Должностной оклад» + оргструктура по отделам (скрины).  * — имя на позиции не определено, взята максимальная стоимость по позиции (см. последний слайд).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15 496 844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14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448556" y="1060704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21708" y="110642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 · Олег С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Столярчук Олег Валерьевич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3 167 500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19072"/>
            <a:ext cx="0" cy="9144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03704" y="1810512"/>
            <a:ext cx="861822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03704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3156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21924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 (original · sport)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1956816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 (gen · original · sport)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76104" y="19568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266090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Promo Original · Аида 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Әлішбай Аида Шералықызы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1 247 076 ₸</a:t>
            </a:r>
            <a:endParaRPr lang="en-US" sz="945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685032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Райлана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Жанибекова Райлана Нурлановна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945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4709160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Чолпон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Эркинова Чолпон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1 025 642 ₸</a:t>
            </a:r>
            <a:endParaRPr lang="en-US" sz="945" dirty="0"/>
          </a:p>
        </p:txBody>
      </p:sp>
      <p:sp>
        <p:nvSpPr>
          <p:cNvPr id="22" name="Shape 20"/>
          <p:cNvSpPr/>
          <p:nvPr/>
        </p:nvSpPr>
        <p:spPr>
          <a:xfrm>
            <a:off x="457200" y="5687568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5733288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Аяулым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Иманбаева Аяулым Маратовна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945" dirty="0"/>
          </a:p>
        </p:txBody>
      </p:sp>
      <p:sp>
        <p:nvSpPr>
          <p:cNvPr id="24" name="Text 22"/>
          <p:cNvSpPr/>
          <p:nvPr/>
        </p:nvSpPr>
        <p:spPr>
          <a:xfrm>
            <a:off x="2258568" y="2359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58568" y="261518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266090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Александр К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Казачков Александр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800 000 ₸</a:t>
            </a:r>
            <a:endParaRPr lang="en-US" sz="945" dirty="0"/>
          </a:p>
        </p:txBody>
      </p:sp>
      <p:sp>
        <p:nvSpPr>
          <p:cNvPr id="27" name="Shape 25"/>
          <p:cNvSpPr/>
          <p:nvPr/>
        </p:nvSpPr>
        <p:spPr>
          <a:xfrm>
            <a:off x="2258568" y="363931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331720" y="3685032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Яков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Сорокин Яков Андреевич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614 931 ₸</a:t>
            </a:r>
            <a:endParaRPr lang="en-US" sz="945" dirty="0"/>
          </a:p>
        </p:txBody>
      </p:sp>
      <p:sp>
        <p:nvSpPr>
          <p:cNvPr id="29" name="Shape 27"/>
          <p:cNvSpPr/>
          <p:nvPr/>
        </p:nvSpPr>
        <p:spPr>
          <a:xfrm>
            <a:off x="5728716" y="2340864"/>
            <a:ext cx="2468880" cy="676656"/>
          </a:xfrm>
          <a:prstGeom prst="roundRect">
            <a:avLst>
              <a:gd name="adj" fmla="val 8108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1868" y="238658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SMM · Мария</a:t>
            </a:r>
            <a:endParaRPr lang="en-US" sz="11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Коренькова Мария Николаевна</a:t>
            </a:r>
            <a:endParaRPr lang="en-US" sz="11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1 625 032 ₸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6963156" y="3017520"/>
            <a:ext cx="0" cy="128016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1788" y="3145536"/>
            <a:ext cx="3602736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61788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15968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89120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Original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Шафкат Дария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741 193 ₸</a:t>
            </a:r>
            <a:endParaRPr lang="en-US" sz="945" dirty="0"/>
          </a:p>
        </p:txBody>
      </p:sp>
      <p:sp>
        <p:nvSpPr>
          <p:cNvPr id="37" name="Shape 35"/>
          <p:cNvSpPr/>
          <p:nvPr/>
        </p:nvSpPr>
        <p:spPr>
          <a:xfrm>
            <a:off x="4315968" y="4279392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89120" y="4325112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Original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Кулбаева Салтанат Фархатқызы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945" dirty="0"/>
          </a:p>
        </p:txBody>
      </p:sp>
      <p:sp>
        <p:nvSpPr>
          <p:cNvPr id="39" name="Text 37"/>
          <p:cNvSpPr/>
          <p:nvPr/>
        </p:nvSpPr>
        <p:spPr>
          <a:xfrm>
            <a:off x="6117336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63156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90488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Gen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Жандильдина Сабина Канатовна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814 000 ₸</a:t>
            </a:r>
            <a:endParaRPr lang="en-US" sz="945" dirty="0"/>
          </a:p>
        </p:txBody>
      </p:sp>
      <p:sp>
        <p:nvSpPr>
          <p:cNvPr id="43" name="Text 41"/>
          <p:cNvSpPr/>
          <p:nvPr/>
        </p:nvSpPr>
        <p:spPr>
          <a:xfrm>
            <a:off x="7918704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764524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18704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991856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Sport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Шакрат Темірлан Талғатұлы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945" dirty="0"/>
          </a:p>
        </p:txBody>
      </p:sp>
      <p:sp>
        <p:nvSpPr>
          <p:cNvPr id="47" name="Shape 45"/>
          <p:cNvSpPr/>
          <p:nvPr/>
        </p:nvSpPr>
        <p:spPr>
          <a:xfrm>
            <a:off x="7918704" y="4279392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991856" y="4325112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редактор Sport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Куричев Иван Николаевич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513 920 ₸</a:t>
            </a:r>
            <a:endParaRPr lang="en-US" sz="945" dirty="0"/>
          </a:p>
        </p:txBody>
      </p:sp>
      <p:sp>
        <p:nvSpPr>
          <p:cNvPr id="49" name="Shape 47"/>
          <p:cNvSpPr/>
          <p:nvPr/>
        </p:nvSpPr>
        <p:spPr>
          <a:xfrm>
            <a:off x="9976104" y="234086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049256" y="238658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manager · Аружан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менеджер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1 212 314 ₸</a:t>
            </a:r>
            <a:endParaRPr lang="en-US" sz="94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коммуникации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7 713 082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6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051560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09728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Эдуард Д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каналы коммуникации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2 260 000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83080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02052" y="1965960"/>
            <a:ext cx="6784848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2052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53312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PPC · Антон Б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PPC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1 346 342 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4476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manager · Халмурад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менеджер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1 056 850 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86900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Внут. маркетинг · Аида Е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маркетинг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1 058 434 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02052" y="3611880"/>
            <a:ext cx="0" cy="45720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406908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53312" y="4114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(1)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Трафик менеджер · имя н/д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1 124 000 ₸  *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4476" y="3611880"/>
            <a:ext cx="0" cy="45720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406908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FBE4E4"/>
          </a:solidFill>
          <a:ln w="12700">
            <a:solidFill>
              <a:srgbClr val="E3B4B4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45736" y="4114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(?)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менеджер · планируется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11 026 391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9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060704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106424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creative · Катерина Р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Креативный директор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2 490 895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19072"/>
            <a:ext cx="0" cy="9144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810512"/>
            <a:ext cx="612648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810512"/>
            <a:ext cx="0" cy="20116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810512"/>
            <a:ext cx="0" cy="20116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01168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205740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art · Олег Н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Назаренко Олег Станиславович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1 494 981 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0116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71232" y="205740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production · Александр Е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Е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1 291 685 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670048"/>
            <a:ext cx="0" cy="29260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962656"/>
            <a:ext cx="210312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2962656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2962656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1089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31546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Ахметова Раушан Нұрланқызы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815 000 ₸</a:t>
            </a:r>
            <a:endParaRPr lang="en-US" sz="998" dirty="0"/>
          </a:p>
        </p:txBody>
      </p:sp>
      <p:sp>
        <p:nvSpPr>
          <p:cNvPr id="23" name="Shape 21"/>
          <p:cNvSpPr/>
          <p:nvPr/>
        </p:nvSpPr>
        <p:spPr>
          <a:xfrm>
            <a:off x="1005840" y="3895344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78992" y="39410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 Яна Вячеславовна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  *</a:t>
            </a:r>
            <a:endParaRPr lang="en-US" sz="998" dirty="0"/>
          </a:p>
        </p:txBody>
      </p:sp>
      <p:sp>
        <p:nvSpPr>
          <p:cNvPr id="25" name="Shape 23"/>
          <p:cNvSpPr/>
          <p:nvPr/>
        </p:nvSpPr>
        <p:spPr>
          <a:xfrm>
            <a:off x="1005840" y="4681728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8992" y="4727448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Спорт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Аркениязов Ильяс Юлдашевич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678 061 ₸</a:t>
            </a:r>
            <a:endParaRPr lang="en-US" sz="998" dirty="0"/>
          </a:p>
        </p:txBody>
      </p:sp>
      <p:sp>
        <p:nvSpPr>
          <p:cNvPr id="27" name="Shape 25"/>
          <p:cNvSpPr/>
          <p:nvPr/>
        </p:nvSpPr>
        <p:spPr>
          <a:xfrm>
            <a:off x="3108960" y="31089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82112" y="31546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  *</a:t>
            </a:r>
            <a:endParaRPr lang="en-US" sz="998" dirty="0"/>
          </a:p>
        </p:txBody>
      </p:sp>
      <p:sp>
        <p:nvSpPr>
          <p:cNvPr id="29" name="Shape 27"/>
          <p:cNvSpPr/>
          <p:nvPr/>
        </p:nvSpPr>
        <p:spPr>
          <a:xfrm>
            <a:off x="3108960" y="3895344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82112" y="39410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Мкпо Майкл Жозеф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877 000 ₸</a:t>
            </a:r>
            <a:endParaRPr lang="en-US" sz="998" dirty="0"/>
          </a:p>
        </p:txBody>
      </p:sp>
      <p:sp>
        <p:nvSpPr>
          <p:cNvPr id="31" name="Shape 29"/>
          <p:cNvSpPr/>
          <p:nvPr/>
        </p:nvSpPr>
        <p:spPr>
          <a:xfrm>
            <a:off x="9144000" y="2670048"/>
            <a:ext cx="0" cy="38404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31089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71232" y="31546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Мобилограф / монтажёр Sport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Жанабеков Кудайберген Канатович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1 498 769 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4 922 354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5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463040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508760"/>
            <a:ext cx="4059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Ольга М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project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1 400 000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2304288"/>
            <a:ext cx="0" cy="758952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3679" y="3063240"/>
            <a:ext cx="8181594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3679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· Аружан С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Проджект-менеджер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700 000 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0877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0158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3310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· Анель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Муханова Анель Султановна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741 192 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8075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0508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Спецпроекты · Марина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Гяурова Марина Якубовна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85273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4554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77706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и продакшн · Олеся М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и продакшн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1 081 000 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 по расчёту ФОТ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на позиции не указано имя (отмечено * / курсивом), взята максимальная стоимость по этой позиции из Excel — по правилу заказчика.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38912"/>
          </a:xfrm>
          <a:prstGeom prst="roundRect">
            <a:avLst>
              <a:gd name="adj" fmla="val 10417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 в оргструктуре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5087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в Excel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71432" y="1508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(макс.)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Original / Gen / Sport (4 позиции)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947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менеджер — макс. из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71432" y="1947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110916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96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/ Graph Спорт (3 позиции)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4963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Дизайнер — макс. из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71432" y="24963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44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(2 позиции)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044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Видеодизайнер (Motion) — единственная ставка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71432" y="3044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877 000 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110916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935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(1)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593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Трафик менеджер — макс. из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1432" y="3593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1 124 000 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422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(?) — планируемая позиция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1422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≈ CRM менеджер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71432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9651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считалось.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= сумма должностных окладов (тотал) всех позиций отдела, включая руководителя. Суммы взяты из Excel; руководители и senior-роли — из отдельного блока стоимостей. Итог по 4 отделам: 39 158 671 ₸ в месяц.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2026-07-24T05:58:16Z</dcterms:created>
  <dcterms:modified xsi:type="dcterms:W3CDTF">2026-07-24T05:58:16Z</dcterms:modified>
</cp:coreProperties>
</file>