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12 930 047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41 133 731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58568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9" name="Shape 17"/>
          <p:cNvSpPr/>
          <p:nvPr/>
        </p:nvSpPr>
        <p:spPr>
          <a:xfrm>
            <a:off x="457200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0352" y="470916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3" name="Shape 21"/>
          <p:cNvSpPr/>
          <p:nvPr/>
        </p:nvSpPr>
        <p:spPr>
          <a:xfrm>
            <a:off x="457200" y="5687568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0352" y="573328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5" name="Shape 23"/>
          <p:cNvSpPr/>
          <p:nvPr/>
        </p:nvSpPr>
        <p:spPr>
          <a:xfrm>
            <a:off x="2258568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2258568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331720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9" name="Shape 27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31" name="Text 29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1" name="Shape 39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3" name="Shape 41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5" name="Shape 43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1732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46304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258568"/>
            <a:ext cx="0" cy="9875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2242" y="3246120"/>
            <a:ext cx="9224467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2242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88359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331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83646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4476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9434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142586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0593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7555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4870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706710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8166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5481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12 930 047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Асанұлы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8080" y="38953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571232" y="394106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Шаймардан Мағжан Адилұлы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751 000 ₸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498080" y="468172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571232" y="472744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Жұмағали Әділжан Бауыржанұлы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804 324 ₸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498080" y="5468112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71232" y="551383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Боровков Владимир Владимирович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523 000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41 133 731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2026-07-20T12:16:22Z</dcterms:created>
  <dcterms:modified xsi:type="dcterms:W3CDTF">2026-07-20T12:16:22Z</dcterms:modified>
</cp:coreProperties>
</file>