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14 676 401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43 050 159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14 676 401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13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0584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5156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3736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14372" y="1792224"/>
            <a:ext cx="776020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14372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Промо / Контент  (original · sport)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37304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37304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10456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7304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10456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37304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410456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37304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410456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37304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410456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337304" y="57378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410456" y="57835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974580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7408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17408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90560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1732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46304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258568"/>
            <a:ext cx="0" cy="9875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2242" y="3246120"/>
            <a:ext cx="9224467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2242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8359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331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646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4476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434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42586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0593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7555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4870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706710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166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5481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899916" y="1060704"/>
            <a:ext cx="4389120" cy="768096"/>
          </a:xfrm>
          <a:prstGeom prst="roundRect">
            <a:avLst>
              <a:gd name="adj" fmla="val 714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73068" y="1106424"/>
            <a:ext cx="42428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82880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63240" y="1883664"/>
            <a:ext cx="6062472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63240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25712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85432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58584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63240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779008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5824728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25712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58584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85432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58584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85432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958584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85432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58584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(4 позиции)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— макс. из 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69087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6908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0" y="46908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71432" y="46908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551383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43 050 159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2026-07-20T07:27:32Z</dcterms:created>
  <dcterms:modified xsi:type="dcterms:W3CDTF">2026-07-20T07:27:32Z</dcterms:modified>
</cp:coreProperties>
</file>