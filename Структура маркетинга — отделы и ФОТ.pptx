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15 496 844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13 581 877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41 605 842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15 496 844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58568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9" name="Shape 17"/>
          <p:cNvSpPr/>
          <p:nvPr/>
        </p:nvSpPr>
        <p:spPr>
          <a:xfrm>
            <a:off x="457200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0352" y="470916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3" name="Shape 21"/>
          <p:cNvSpPr/>
          <p:nvPr/>
        </p:nvSpPr>
        <p:spPr>
          <a:xfrm>
            <a:off x="457200" y="5687568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0352" y="573328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5" name="Shape 23"/>
          <p:cNvSpPr/>
          <p:nvPr/>
        </p:nvSpPr>
        <p:spPr>
          <a:xfrm>
            <a:off x="2258568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2258568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331720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9" name="Shape 27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31" name="Text 29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Шафкат Дария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741 193 ₸</a:t>
            </a:r>
            <a:endParaRPr lang="en-US" sz="945" dirty="0"/>
          </a:p>
        </p:txBody>
      </p:sp>
      <p:sp>
        <p:nvSpPr>
          <p:cNvPr id="41" name="Shape 39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Кулбаева Салтанат Фархатқызы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3" name="Shape 41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Жандильдина Сабина Канатовна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814 000 ₸</a:t>
            </a:r>
            <a:endParaRPr lang="en-US" sz="945" dirty="0"/>
          </a:p>
        </p:txBody>
      </p:sp>
      <p:sp>
        <p:nvSpPr>
          <p:cNvPr id="45" name="Shape 43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Шакрат Темірлан Талғатұлы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5156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9728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8308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02052" y="1965960"/>
            <a:ext cx="678484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052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53312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4476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72584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86900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5008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02052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80160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53312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45736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13 581 877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Ахметова Раушан Нұрланқызы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815 000 ₸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 Яна Вячеславовна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Аркениязов Ильяс Юлдашевич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678 061 ₸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 дизайнер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Мкпо Майкл Жозеф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Асанұлы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8080" y="38953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571232" y="394106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Шаймардан Мағжан Адилұлы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751 000 ₸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498080" y="468172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571232" y="472744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Жұмағали Әділжан Бауыржанұлы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804 324 ₸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498080" y="5468112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71232" y="551383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Жанабеков Кудайберген Канатович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41 605 842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2026-07-21T13:42:00Z</dcterms:created>
  <dcterms:modified xsi:type="dcterms:W3CDTF">2026-07-21T13:42:00Z</dcterms:modified>
</cp:coreProperties>
</file>